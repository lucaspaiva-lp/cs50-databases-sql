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91440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563624"/>
            <a:ext cx="347472" cy="347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FIVELIB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640080" y="26517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64008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Centralizing Technical Documentation for Students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658368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5"/>
          <p:cNvSpPr/>
          <p:nvPr/>
        </p:nvSpPr>
        <p:spPr>
          <a:xfrm>
            <a:off x="859536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6"/>
          <p:cNvSpPr/>
          <p:nvPr/>
        </p:nvSpPr>
        <p:spPr>
          <a:xfrm>
            <a:off x="1060704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7"/>
          <p:cNvSpPr/>
          <p:nvPr/>
        </p:nvSpPr>
        <p:spPr>
          <a:xfrm>
            <a:off x="1261872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8"/>
          <p:cNvSpPr/>
          <p:nvPr/>
        </p:nvSpPr>
        <p:spPr>
          <a:xfrm>
            <a:off x="1463040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9"/>
          <p:cNvSpPr/>
          <p:nvPr/>
        </p:nvSpPr>
        <p:spPr>
          <a:xfrm>
            <a:off x="1664208" y="4434840"/>
            <a:ext cx="54864" cy="5486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0"/>
          <p:cNvSpPr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Paiva Santos de Oliveira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50468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" y="5468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github.com/lucaspaiva-lp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" y="5870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Aracaju, Sergipe, Brazil   • 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The Mission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16636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rgbClr val="FCEF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1779651"/>
            <a:ext cx="326898" cy="3268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099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students waste hours hunting for reliable documentation across scattered, non-standardized web sources.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centralized, version-controlled metadata for technical assets.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80760" y="1325880"/>
            <a:ext cx="5166360" cy="5029200"/>
          </a:xfrm>
          <a:prstGeom prst="roundRect">
            <a:avLst>
              <a:gd name="adj" fmla="val 1455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0" y="16459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531" y="1779651"/>
            <a:ext cx="326898" cy="32689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32320" y="17099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46520" y="2468880"/>
            <a:ext cx="44348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robust, highly optimized relational database for "FiveLib".</a:t>
            </a:r>
            <a:endParaRPr lang="en-US" sz="15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500" dirty="0">
                <a:solidFill>
                  <a:srgbClr val="E8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technical documentation, tags, language mappings, and user contributions into a single source of truth.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&amp; Relationships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45336" y="1581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780" y="1705356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2860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unique platform users and profile metadata.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55264" y="13258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51960" y="1581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1705356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92424" y="22860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38144" y="26517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technical assets (titles, Markdown payloads, versions).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61888" y="13258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58584" y="1581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1705356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9048" y="22860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44768" y="26517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programming languages/ecosystems (Python, SQL, Bash).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668512" y="1325880"/>
            <a:ext cx="254203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665208" y="1581912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652" y="170535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05672" y="228600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Categories/Tags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851392" y="2651760"/>
            <a:ext cx="2176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to prevent data fragmentation.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4805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AF3F6"/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4754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869180"/>
            <a:ext cx="228600" cy="2286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4736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68680" y="51937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has many Documents; a User authors many Docs.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080760" y="4480560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EAF3F6"/>
          </a:solidFill>
          <a:ln/>
        </p:spPr>
      </p:sp>
      <p:sp>
        <p:nvSpPr>
          <p:cNvPr id="31" name="Shape 24"/>
          <p:cNvSpPr/>
          <p:nvPr/>
        </p:nvSpPr>
        <p:spPr>
          <a:xfrm>
            <a:off x="6400800" y="47548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4869180"/>
            <a:ext cx="228600" cy="2286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736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400800" y="5193792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linked to multiple Categories/Tags via a join table, ensuring rich and flexible querying.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Optimizations &amp;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230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86080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B-Tree Indexes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 foreign keys and frequently searched fields (e.g., document titles and user handles) to lower search latency.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2305A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186080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Indexes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filtering documents by language and date simultaneously.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1230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7373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484" y="1860804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423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28346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abstract views for "Most Active Contributors" and "Trending Documents" to decouple heavy query logic from the client.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57200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065A82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4956048"/>
            <a:ext cx="548640" cy="548640"/>
          </a:xfrm>
          <a:prstGeom prst="ellipse">
            <a:avLst/>
          </a:prstGeom>
          <a:solidFill>
            <a:srgbClr val="21C0A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079492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80060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fast READ operations over WRITE speeds, which perfectly matches a documentation platform's real-world traffic profile.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1C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230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4460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842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Backend Integration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40487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with an asynchronous backend (FastAPI/Pydantic).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12305A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4460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404872"/>
            <a:ext cx="3977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D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Docker for automated migrations and environment parity between local homelabs and cloud deployments.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C0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548640" y="4709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connect.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48640" y="5257800"/>
            <a:ext cx="4206240" cy="685800"/>
          </a:xfrm>
          <a:prstGeom prst="roundRect">
            <a:avLst>
              <a:gd name="adj" fmla="val 49333"/>
            </a:avLst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44068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257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github.com/lucaspaiva-lp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FiveLib Database Schema</dc:title>
  <dc:subject>PptxGenJS Presentation</dc:subject>
  <dc:creator>Lucas Paiva Santos de Oliveira</dc:creator>
  <cp:lastModifiedBy>Lucas Paiva Santos de Oliveira</cp:lastModifiedBy>
  <cp:revision>1</cp:revision>
  <dcterms:created xsi:type="dcterms:W3CDTF">2026-06-22T14:33:40Z</dcterms:created>
  <dcterms:modified xsi:type="dcterms:W3CDTF">2026-06-22T14:33:40Z</dcterms:modified>
</cp:coreProperties>
</file>